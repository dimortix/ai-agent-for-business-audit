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3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Альфа-Пульс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58368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AI-стратегия привлечения и сопровождения молодых предпринимателей 17–25 лет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D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Платёжного бизнеса Альфа-Банка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56235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5623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HoReCa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4248" y="5623560"/>
            <a:ext cx="9784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984248" y="562356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Бьюти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91256" y="5623560"/>
            <a:ext cx="121615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191256" y="562356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Розница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6263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D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Кейс-чемпионат · Платёжный бизнес Альфа-Банка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закрывается не из-за конкурентов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Инсайты о молодых предпринимателях 17–25 лет — синтез вторичных исследований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94760" cy="1353312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57400" y="14904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закрывают бизнес в первые годы — средний срок жизни 2,4 года, каждый четвёртый уходит в первый год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Корпорация МСП, опрос предпринимателей 18–35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935224"/>
            <a:ext cx="3794760" cy="1353312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266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57400" y="300837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 и ИП впервые столкнулись с кассовым разрывом именно в 2026 году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9684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«Ведомости» / «Актион Финансы», май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453128"/>
            <a:ext cx="3794760" cy="1353312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445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057400" y="45262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молодых предпринимателей отмечают нехватку базовых знаний для ведения бизнеса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Корпорация МСП / АСИ,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барьеры молодых предпринимателей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спроса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69480" y="2020824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EF3124"/>
          </a:solidFill>
          <a:ln/>
        </p:spPr>
      </p:sp>
      <p:sp>
        <p:nvSpPr>
          <p:cNvPr id="19" name="Text 17"/>
          <p:cNvSpPr/>
          <p:nvPr/>
        </p:nvSpPr>
        <p:spPr>
          <a:xfrm>
            <a:off x="1147572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4780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Высокие ставки по кредитам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69480" y="2532888"/>
            <a:ext cx="2804160" cy="256032"/>
          </a:xfrm>
          <a:prstGeom prst="roundRect">
            <a:avLst>
              <a:gd name="adj" fmla="val 17857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5080" y="2478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9900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Высокие налоги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69480" y="3044952"/>
            <a:ext cx="2804160" cy="256032"/>
          </a:xfrm>
          <a:prstGeom prst="roundRect">
            <a:avLst>
              <a:gd name="adj" fmla="val 17857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508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502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Неясность экономических перспектив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69480" y="3557016"/>
            <a:ext cx="2570480" cy="256032"/>
          </a:xfrm>
          <a:prstGeom prst="roundRect">
            <a:avLst>
              <a:gd name="adj" fmla="val 17857"/>
            </a:avLst>
          </a:prstGeom>
          <a:solidFill>
            <a:srgbClr val="EF3124"/>
          </a:solidFill>
          <a:ln/>
        </p:spPr>
      </p:sp>
      <p:sp>
        <p:nvSpPr>
          <p:cNvPr id="28" name="Text 26"/>
          <p:cNvSpPr/>
          <p:nvPr/>
        </p:nvSpPr>
        <p:spPr>
          <a:xfrm>
            <a:off x="9931400" y="3502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12394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Барьеры чаще психологические, чем денежные: синдром самозванца и информационная перегрузка на старте.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5445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ВЦИОМ, «Молодой бизнес против старых проблем», июнь 2025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5806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DEAE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1F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Инсайт: не конкуренты, а слепая зона в деньгах — бизнес закрывается, когда о кассовом разрыве узнают слишком поздно, а не когда клиент уходит в другой банк.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защиты дополните 5–7 короткими интервью с реальными предпринимателями — гайд и вопросы см. в приложении.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предупреждает о разрыве постфактум — мы заранее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по критерию: предиктивный прогноз кассового разрыва + персональные AI-советы для предпринимателя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17320"/>
                <a:gridCol w="1417320"/>
                <a:gridCol w="1417320"/>
                <a:gridCol w="1234440"/>
                <a:gridCol w="1490472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Т-Банк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Сбер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Точка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ВТБ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Float/Fathom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Альфа-Пульс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1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Индекс здоровья бизнеса (1–100)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 кассового разрыва с датой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AI-советы «что делать»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/ Telegram-алерт о риске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внешней подписки, внутри банка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Фокус на предпринимателях 17–25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Доступно бесплатно на старте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B0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полностью закрывает   ~ частично / ограниченно   – не найдено в открытых источниках. По данным сайтов банков, Habr, vc.ru, Forbes, CNews и профильных обзоров cash-flow SaaS, июль 2026.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598932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FDEAE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6053328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1F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всех есть отдельные кусочки — финансовое здоровье, чат-ассистент, отчёты для селлеров, форекаст для бухгалтеров. Ни у кого нет связки «дата разрыва + совет + алерт», встроенной прямо в приём платежей.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приёма платежей — к партнёрству, которое видит вперёд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DEAE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533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81F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Альфа-Банк — первый финансовый партнёр молодого предпринимателя: не просто принимает платежи, а видит проблему раньше, чем она случится, и говорит понятным языком, что делать.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эквайринга и счёта уже есть у банка. Вместо того чтобы лежать мёртвым грузом в выписке, они превращаются в один понятный сигнал — индекс здоровья бизнеса, — который предупреждает раньше, чем наступит проблема.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ИИ в стратегии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не советует «в целом» — он использует реальные транзакции конкретного предпринимателя (Prophet / Holt-Winters), поэтому дата риска и совет всегда привязаны к его бизнесу, а не к общим рекомендациям.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822960" cy="82296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эквайринга и счёта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Транзакции, которые уже идут через банк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921240" y="1417320"/>
            <a:ext cx="822960" cy="82296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здоровья бизнеса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метрика 1–100 понятная без бухгалтера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78040" y="3703320"/>
            <a:ext cx="822960" cy="82296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на 14 дней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возможного кассового разрыва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921240" y="3703320"/>
            <a:ext cx="822960" cy="82296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4400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AI-совет + push / Telegram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 сегодня, чтобы разрыва не было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5715000"/>
            <a:ext cx="5303520" cy="100584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58064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защищено от «слепого доверия к ИИ»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29400" y="61264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Прогнозы помечены как рекомендательные и не гарантируют результат; советы фильтруются на соответствие 152-ФЗ и 38-ФЗ «О рекламе»; данные для отраслевых сравнений — обезличены и агрегированы.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роли одного ИИ: от первого чек-листа до масштабирования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Долгосрочная механика удержания — роль AI меняется вместе со зрелостью бизнеса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39312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Нянька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мес · запуск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Четверть закрытий приходится на первый год. AI подсказывает базовые вещи: сроки налогов, кассовую дисциплину, простые чек-листы запуска.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9312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498848" y="1645920"/>
            <a:ext cx="640080" cy="64008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76088" y="16459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Коуч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76088" y="19659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3–12 мес · стабилизация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42316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советы по кассовым разрывам и ценам, сравнение с обезличенными бенчмарками отрасли, точечные предложения продуктов банка.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83296" y="1417320"/>
            <a:ext cx="3639312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1896" y="1645920"/>
            <a:ext cx="640080" cy="64008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18" name="Text 16"/>
          <p:cNvSpPr/>
          <p:nvPr/>
        </p:nvSpPr>
        <p:spPr>
          <a:xfrm>
            <a:off x="831189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89136" y="16459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89136" y="19659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мес · рост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11896" y="242316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масштабирования, подбор кредита или факторинга под конкретный рост, подготовка отчётности для грантов и инвесторов.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Продуктовая интеграция Платёжного бизнеса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5568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Смарт-терминал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здоровья и алерт о риске — прямо на экране кассы, без захода в приложение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0248" y="4297680"/>
            <a:ext cx="502920" cy="50292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8" name="Text 26"/>
          <p:cNvSpPr/>
          <p:nvPr/>
        </p:nvSpPr>
        <p:spPr>
          <a:xfrm>
            <a:off x="4270248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28616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«Альфа-Бизнес»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270248" y="48280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Дашборд, прогноз на 14 дней, активные советы и история решений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83296" y="4297680"/>
            <a:ext cx="502920" cy="50292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32" name="Text 30"/>
          <p:cNvSpPr/>
          <p:nvPr/>
        </p:nvSpPr>
        <p:spPr>
          <a:xfrm>
            <a:off x="8083296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41664" y="4279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тариф для ИП до 25 лет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083296" y="48280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Сниженная комиссия по эквайрингу первые 3–6 месяцев — ниже порог входа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60350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DEAE8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603504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1F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отдельный сайт, а слой поверх существующих продуктов Платёжного бизнеса — эквайринга, счёта и терминала.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Продвижение, которое продаёт не банк, а спокойствие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привлечения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AI-симулятор на лендинге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18470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«Доживёт ли бизнес до Нового года?» — вводишь тип бизнеса, получаешь мини-индекс и прогноз, дальше — открыть счёт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15768"/>
            <a:ext cx="502920" cy="50292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6883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вузами и колледжами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30540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Встройка в студенческие бизнес-инкубаторы, учебные бизнес-планы и конкурсы стартапов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502920" cy="50292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895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Коллаборации с микро-инфлюенсерами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426110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HoReCa, бьюти, розница — открытая демонстрация индекса как формат контента, а не рекламы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0972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для банка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1581912"/>
            <a:ext cx="82296" cy="82296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453896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среднего возраста клиентской базы Платёжного бизнеса (сейчас — 42 года)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377440"/>
            <a:ext cx="82296" cy="82296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2249424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 за счёт снижения оттока из-за закрытия бизнеса — главной причины потери клиентов в сегменте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172968"/>
            <a:ext cx="82296" cy="82296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044952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AI-совет — точка cross-sell в момент реальной потребности (овердрафт, факторинг), а не холодный звонок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968496"/>
            <a:ext cx="82296" cy="82296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3840480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 предприниматель, открывший ИП в 19–20 лет с Альфа-Пульс, растёт вместе с банком 10+ лет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62356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7058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и защита банка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597103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обезличены, для отраслевых сравнений используется только агрегированная статистика (152-ФЗ). Прогнозы отмечены как рекомендательные и не гарантируют результат. AI-советы фильтруются на соответствие 38-ФЗ «О рекламе» и не содержат индивидуальных инвестиционных рекомендаций.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2026-07-16T11:05:54Z</dcterms:created>
  <dcterms:modified xsi:type="dcterms:W3CDTF">2026-07-16T11:05:54Z</dcterms:modified>
</cp:coreProperties>
</file>